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3167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20040"/>
            <a:ext cx="2971800" cy="4480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005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09A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СКОЛТЕХ · ИЦ СКОЛКОВО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kern="0" spc="-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SKU storage</a:t>
            </a:r>
            <a:endParaRPr lang="en-US" sz="3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9C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Ячейки хранения, которые сами ведут учёт мелких деталей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3017520"/>
            <a:ext cx="1005840" cy="0"/>
          </a:xfrm>
          <a:prstGeom prst="line">
            <a:avLst/>
          </a:prstGeom>
          <a:noFill/>
          <a:ln w="38100">
            <a:solidFill>
              <a:srgbClr val="E09A3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2004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Мы изучаем, как на производствах устроен учёт мелкого крепежа и фурнитуры, и </a:t>
            </a:r>
            <a:r>
              <a:rPr lang="en-US" sz="1250" b="1" dirty="0">
                <a:solidFill>
                  <a:srgbClr val="C8CF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сейчас ничего не продаём</a:t>
            </a:r>
            <a:r>
              <a:rPr lang="en-US" sz="1250" dirty="0">
                <a:solidFill>
                  <a:srgbClr val="8A9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нам нужна </a:t>
            </a:r>
            <a:r>
              <a:rPr lang="en-US" sz="1250" dirty="0" err="1">
                <a:solidFill>
                  <a:srgbClr val="8A9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ваша</a:t>
            </a:r>
            <a:r>
              <a:rPr lang="en-US" sz="1250" dirty="0">
                <a:solidFill>
                  <a:srgbClr val="8A9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50" dirty="0" err="1" smtClean="0">
                <a:solidFill>
                  <a:srgbClr val="8A9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экспертиза</a:t>
            </a:r>
            <a:r>
              <a:rPr lang="ru-RU" sz="1250" dirty="0" smtClean="0">
                <a:solidFill>
                  <a:srgbClr val="8A9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и </a:t>
            </a:r>
            <a:r>
              <a:rPr lang="en-US" sz="1250" dirty="0" smtClean="0">
                <a:solidFill>
                  <a:srgbClr val="8A9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</a:t>
            </a:r>
            <a:r>
              <a:rPr lang="en-US" sz="1250" dirty="0" err="1" smtClean="0">
                <a:solidFill>
                  <a:srgbClr val="8A9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минут</a:t>
            </a:r>
            <a:r>
              <a:rPr lang="ru-RU" sz="1250" dirty="0" smtClean="0">
                <a:solidFill>
                  <a:srgbClr val="8A9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вашего времени</a:t>
            </a:r>
            <a:r>
              <a:rPr lang="en-US" sz="1250" dirty="0" smtClean="0">
                <a:solidFill>
                  <a:srgbClr val="8A9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r>
              <a:rPr lang="ru-RU" sz="1250" dirty="0" smtClean="0">
                <a:solidFill>
                  <a:srgbClr val="8A9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br>
              <a:rPr lang="ru-RU" sz="1250" dirty="0" smtClean="0">
                <a:solidFill>
                  <a:srgbClr val="8A9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ru-RU" sz="1250" dirty="0" smtClean="0">
                <a:solidFill>
                  <a:srgbClr val="8A9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Будем рады получить ответ </a:t>
            </a:r>
            <a:r>
              <a:rPr lang="en-US" sz="1250" dirty="0" smtClean="0">
                <a:solidFill>
                  <a:srgbClr val="8A9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</a:t>
            </a:r>
            <a:r>
              <a:rPr lang="en-US" sz="1250" dirty="0">
                <a:solidFill>
                  <a:srgbClr val="8A9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это </a:t>
            </a:r>
            <a:r>
              <a:rPr lang="en-US" sz="1250" dirty="0" smtClean="0">
                <a:solidFill>
                  <a:srgbClr val="8A9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письмо</a:t>
            </a:r>
            <a:r>
              <a:rPr lang="ru-RU" sz="1250" dirty="0" smtClean="0">
                <a:solidFill>
                  <a:srgbClr val="8A9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250" dirty="0"/>
          </a:p>
        </p:txBody>
      </p:sp>
      <p:sp>
        <p:nvSpPr>
          <p:cNvPr id="10" name="Text 3"/>
          <p:cNvSpPr txBox="1"/>
          <p:nvPr/>
        </p:nvSpPr>
        <p:spPr>
          <a:xfrm>
            <a:off x="548640" y="43296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 smtClean="0">
                <a:solidFill>
                  <a:srgbClr val="E09A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</a:t>
            </a:r>
            <a:r>
              <a:rPr lang="ru-RU" sz="1600" b="1" dirty="0" smtClean="0">
                <a:solidFill>
                  <a:srgbClr val="E09A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(902) 505-55-76</a:t>
            </a:r>
            <a:r>
              <a:rPr lang="en-US" sz="1600" b="1" dirty="0" smtClean="0">
                <a:solidFill>
                  <a:srgbClr val="E09A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</a:t>
            </a:r>
            <a:r>
              <a:rPr lang="ru-RU" sz="1600" b="1" dirty="0" smtClean="0">
                <a:solidFill>
                  <a:srgbClr val="E09A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b="1" dirty="0" smtClean="0">
                <a:solidFill>
                  <a:srgbClr val="E09A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Maksim.Ramenskii@skoltech.ru</a:t>
            </a:r>
            <a:r>
              <a:rPr lang="ru-RU" sz="1600" b="1" dirty="0" smtClean="0">
                <a:solidFill>
                  <a:srgbClr val="E09A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kern="0" spc="-30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Расскажите, как у вас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76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7C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1188720"/>
            <a:ext cx="6693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сейчас хранится мелкая фурнитура и крепёж для сборки?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17320" y="2203704"/>
            <a:ext cx="6693868" cy="0"/>
          </a:xfrm>
          <a:prstGeom prst="line">
            <a:avLst/>
          </a:prstGeom>
          <a:noFill/>
          <a:ln w="12700">
            <a:solidFill>
              <a:srgbClr val="DADE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304288"/>
            <a:ext cx="1176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7C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04288"/>
            <a:ext cx="6693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вы понимаете, сколько каких болтов, гаек, шайб осталось? Кто считает и сколько времени </a:t>
            </a:r>
            <a:r>
              <a:rPr lang="en-US" sz="1400" dirty="0" err="1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уходит</a:t>
            </a:r>
            <a:r>
              <a:rPr lang="en-US" sz="1400" dirty="0" smtClean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r>
              <a:rPr lang="ru-RU" sz="1400" dirty="0" smtClean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Как проходит инвентаризация?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17320" y="3319272"/>
            <a:ext cx="6693868" cy="0"/>
          </a:xfrm>
          <a:prstGeom prst="line">
            <a:avLst/>
          </a:prstGeom>
          <a:noFill/>
          <a:ln w="12700">
            <a:solidFill>
              <a:srgbClr val="DAD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419856"/>
            <a:ext cx="1176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7C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419856"/>
            <a:ext cx="6693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происходит, когда нужной детали в момент сборки не оказалось? Когда такое было в последний раз?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kern="0" spc="-30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это даёт вашему участку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2377440" cy="35844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0" y="1188720"/>
            <a:ext cx="82296" cy="548640"/>
          </a:xfrm>
          <a:prstGeom prst="rect">
            <a:avLst/>
          </a:prstGeom>
          <a:solidFill>
            <a:srgbClr val="E09A34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3438144" y="11430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Остатки без пересчёта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438144" y="14356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0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Каждое взятие и возврат учитываются сами. Никто не считает руками и не сканирует.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00400" y="1938528"/>
            <a:ext cx="82296" cy="548640"/>
          </a:xfrm>
          <a:prstGeom prst="rect">
            <a:avLst/>
          </a:prstGeom>
          <a:solidFill>
            <a:srgbClr val="E09A3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438144" y="18928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Ошибка видна в момент взятия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438144" y="218541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0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Неверное количество система замечает сразу, а не на инвентаризации в конце месяца.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0" y="2688336"/>
            <a:ext cx="82296" cy="548640"/>
          </a:xfrm>
          <a:prstGeom prst="rect">
            <a:avLst/>
          </a:prstGeom>
          <a:solidFill>
            <a:srgbClr val="E09A3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38144" y="26426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Дозаказ вовремя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38144" y="293522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0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Порог минимума напоминает о закупке, пока деталь ещё есть — критично при долгих поставках.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0400" y="3438144"/>
            <a:ext cx="82296" cy="548640"/>
          </a:xfrm>
          <a:prstGeom prst="rect">
            <a:avLst/>
          </a:prstGeom>
          <a:solidFill>
            <a:srgbClr val="E09A3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38144" y="33924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Инвентаризация исчезает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438144" y="36850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0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Пересчёт превращается в короткую сверку: цифры уже в системе.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00400" y="420624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E09A3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56432" y="42062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7C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Попробуете прототип?  </a:t>
            </a:r>
            <a:r>
              <a:rPr lang="en-US" sz="1200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Рабочий образец готов уже в сентябре — привезём и поставим на участок.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kern="0" spc="-30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Интеграция с приложением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188720"/>
            <a:ext cx="4617720" cy="2560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243584"/>
            <a:ext cx="82296" cy="566928"/>
          </a:xfrm>
          <a:prstGeom prst="rect">
            <a:avLst/>
          </a:prstGeom>
          <a:solidFill>
            <a:srgbClr val="E09A34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86384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Остатки в реальном времени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86384" y="1433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970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каждое взятие и возврат учитываются сами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112264"/>
            <a:ext cx="82296" cy="566928"/>
          </a:xfrm>
          <a:prstGeom prst="rect">
            <a:avLst/>
          </a:prstGeom>
          <a:solidFill>
            <a:srgbClr val="E09A3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95528" y="2040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Поиск и подсветка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95528" y="2285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970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ввели название — нужная ячейка отвечает светом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980944"/>
            <a:ext cx="82296" cy="566928"/>
          </a:xfrm>
          <a:prstGeom prst="rect">
            <a:avLst/>
          </a:prstGeom>
          <a:solidFill>
            <a:srgbClr val="E09A3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6384" y="2891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Проверка комплекта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86384" y="3136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970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хватает ли деталей на N изделий по спецификации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849624"/>
            <a:ext cx="82296" cy="566928"/>
          </a:xfrm>
          <a:prstGeom prst="rect">
            <a:avLst/>
          </a:prstGeom>
          <a:solidFill>
            <a:srgbClr val="E09A3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384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Выгрузка в 1С и Excel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86384" y="40398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970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остатки уезжают в учёт без ручного ввода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977640" y="39776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0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Набор по спецификации: выбрали изделие в приложении — ячейки сами показывают, что и сколько взять.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kern="0" spc="-30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Масштаб под задачу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24794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Блоки соединяются друг с другом с любой стороны — сверху и по бокам. Начните с одного блока на четыре ячейки и наращивайте по мере роста номенклатуры: четыре ячейки на верстаке или сорок на участке, одни и те же модули.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52" y="1874520"/>
            <a:ext cx="5824728" cy="3017520"/>
          </a:xfrm>
          <a:prstGeom prst="rect">
            <a:avLst/>
          </a:prstGeom>
        </p:spPr>
      </p:pic>
      <p:sp>
        <p:nvSpPr>
          <p:cNvPr id="5" name="Shape 9"/>
          <p:cNvSpPr/>
          <p:nvPr/>
        </p:nvSpPr>
        <p:spPr>
          <a:xfrm>
            <a:off x="5943600" y="1872546"/>
            <a:ext cx="0" cy="3108960"/>
          </a:xfrm>
          <a:prstGeom prst="line">
            <a:avLst/>
          </a:prstGeom>
          <a:noFill/>
          <a:ln w="12700">
            <a:solidFill>
              <a:srgbClr val="DADEE4"/>
            </a:solidFill>
            <a:prstDash val="solid"/>
          </a:ln>
        </p:spPr>
      </p:sp>
      <p:sp>
        <p:nvSpPr>
          <p:cNvPr id="6" name="Text 10"/>
          <p:cNvSpPr txBox="1"/>
          <p:nvPr/>
        </p:nvSpPr>
        <p:spPr>
          <a:xfrm>
            <a:off x="6309360" y="187254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7C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МЫ ПРОСИМ</a:t>
            </a:r>
            <a:endParaRPr lang="en-US" sz="1100" dirty="0"/>
          </a:p>
        </p:txBody>
      </p:sp>
      <p:sp>
        <p:nvSpPr>
          <p:cNvPr id="7" name="Text 11"/>
          <p:cNvSpPr txBox="1"/>
          <p:nvPr/>
        </p:nvSpPr>
        <p:spPr>
          <a:xfrm>
            <a:off x="6309360" y="2139301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Полезно или нет?
</a:t>
            </a:r>
            <a:r>
              <a:rPr lang="en-US" sz="1150" dirty="0">
                <a:solidFill>
                  <a:srgbClr val="6970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Пригодился бы такой шкаф у вас? Почему да или нет — оба </a:t>
            </a:r>
            <a:r>
              <a:rPr lang="en-US" sz="1150" dirty="0" err="1">
                <a:solidFill>
                  <a:srgbClr val="6970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ответа</a:t>
            </a:r>
            <a:r>
              <a:rPr lang="en-US" sz="1150" dirty="0">
                <a:solidFill>
                  <a:srgbClr val="6970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ru-RU" sz="1150" dirty="0" smtClean="0">
                <a:solidFill>
                  <a:srgbClr val="6970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нам важно услышать.</a:t>
            </a:r>
            <a:r>
              <a:rPr lang="en-US" sz="1150" dirty="0">
                <a:solidFill>
                  <a:srgbClr val="6970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50" b="1" dirty="0">
                <a:solidFill>
                  <a:srgbClr val="1B1E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Чего не хватает?
</a:t>
            </a:r>
            <a:r>
              <a:rPr lang="ru-RU" sz="1150" dirty="0" smtClean="0">
                <a:solidFill>
                  <a:srgbClr val="6970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Каких функций не хватает</a:t>
            </a:r>
            <a:r>
              <a:rPr lang="en-US" sz="1150" dirty="0" smtClean="0">
                <a:solidFill>
                  <a:srgbClr val="6970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150" dirty="0">
                <a:solidFill>
                  <a:srgbClr val="6970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чтобы система имела смысл на вашем участке?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323</Words>
  <Application>Microsoft Office PowerPoint</Application>
  <PresentationFormat>Экран (16:9)</PresentationFormat>
  <Paragraphs>41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SKU storage</dc:title>
  <dc:subject>PptxGenJS Presentation</dc:subject>
  <dc:creator>Smart SKU storage</dc:creator>
  <cp:lastModifiedBy>Varushka Sachenko</cp:lastModifiedBy>
  <cp:revision>3</cp:revision>
  <dcterms:created xsi:type="dcterms:W3CDTF">2026-09-15T06:42:46Z</dcterms:created>
  <dcterms:modified xsi:type="dcterms:W3CDTF">2026-09-15T07:05:36Z</dcterms:modified>
</cp:coreProperties>
</file>